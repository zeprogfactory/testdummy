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3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5" /><Relationship Type="http://schemas.openxmlformats.org/officeDocument/2006/relationships/theme" Target="/ppt/theme/theme1.xml" Id="rId4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tes Placeholder 2"/>
          <p:cNvSpPr>
            <a:spLocks xmlns:a="http://schemas.openxmlformats.org/drawingml/2006/main" noGrp="1"/>
          </p:cNvSpPr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/>
            <a:r>
              <a:rPr/>
              <a:t># Maui Home</a:t>
            </a:r>
            <a:endParaRPr/>
          </a:p>
          <a:p xmlns:a="http://schemas.openxmlformats.org/drawingml/2006/main">
            <a:pPr/>
            <a:r>
              <a:rPr/>
              <a:t>create-pptx</a:t>
            </a:r>
            <a:endParaRPr/>
          </a:p>
          <a:p xmlns:a="http://schemas.openxmlformats.org/drawingml/2006/main">
            <a:pPr/>
            <a:r>
              <a:rPr/>
              <a:t>checkpage AppShell</a:t>
            </a:r>
            <a:endParaRPr/>
          </a:p>
          <a:p xmlns:a="http://schemas.openxmlformats.org/drawingml/2006/main">
            <a:pPr/>
            <a:r>
              <a:rPr/>
              <a:t>screenshot</a:t>
            </a:r>
            <a:endParaRPr/>
          </a:p>
          <a:p xmlns:a="http://schemas.openxmlformats.org/drawingml/2006/main">
            <a:pPr/>
            <a:r>
              <a:rPr/>
              <a:t>tap CounterBtn</a:t>
            </a:r>
            <a:endParaRPr/>
          </a:p>
          <a:p xmlns:a="http://schemas.openxmlformats.org/drawingml/2006/main">
            <a:pPr/>
            <a:r>
              <a:rPr/>
              <a:t>screenshot </a:t>
            </a:r>
            <a:endParaRPr/>
          </a:p>
          <a:p xmlns:a="http://schemas.openxmlformats.org/drawingml/2006/main">
            <a:pPr/>
            <a:r>
              <a:rPr/>
              <a:t>add-report-page</a:t>
            </a:r>
            <a:endParaRPr/>
          </a:p>
          <a:p xmlns:a="http://schemas.openxmlformats.org/drawingml/2006/main">
            <a:pPr/>
            <a:r>
              <a:rPr/>
              <a:t>addsummary "Summary"</a:t>
            </a:r>
            <a:endParaRPr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.png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98c71548acb440bb" /><Relationship Type="http://schemas.openxmlformats.org/officeDocument/2006/relationships/image" Target="/ppt/media/image2.png" Id="rId99" /><Relationship Type="http://schemas.openxmlformats.org/officeDocument/2006/relationships/image" Target="/ppt/media/image3.png" Id="rId100" /><Relationship Type="http://schemas.openxmlformats.org/officeDocument/2006/relationships/notesSlide" Target="/ppt/notesSlides/notesSlide1.xml" Id="rId1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1ae95ce7b1644576" /></Relationships>
</file>

<file path=ppt/slides/slide1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3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413000" y="1397000"/>
            <a:ext cx="7366000" cy="4064000"/>
          </a:xfrm>
          <a:prstGeom prst="roundRect">
            <a:avLst/>
          </a:prstGeom>
          <a:solidFill>
            <a:srgbClr val="D6E8F5"/>
          </a:solidFill>
          <a:ln w="2540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190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0080"/>
                </a:solidFill>
              </a:rPr>
              <a:t>Test Report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2540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000080"/>
                </a:solidFill>
              </a:rPr>
              <a:t>Maui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317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0080"/>
                </a:solidFill>
              </a:rPr>
              <a:t>net10.0-windows10.0.19041.0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3810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80"/>
                </a:solidFill>
              </a:rPr>
              <a:t>V 0.1.0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921000" y="4445000"/>
            <a:ext cx="635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80"/>
                </a:solidFill>
              </a:rPr>
              <a:t>27.08.2026  09:27:23</a:t>
            </a:r>
            <a:endParaRPr lang="en-US">
              <a:solidFill>
                <a:srgbClr val="000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2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pic>
        <p:nvPicPr>
          <p:cNvPr id="4" name="Picture 4"/>
          <p:cNvPicPr/>
          <p:nvPr/>
        </p:nvPicPr>
        <p:blipFill>
          <a:blip xmlns:r="http://schemas.openxmlformats.org/officeDocument/2006/relationships" xmlns:a="http://schemas.openxmlformats.org/drawingml/2006/main" r:embed="R98c71548acb440b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254000"/>
            <a:ext cx="11684000" cy="762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Test Report</a:t>
            </a:r>
            <a:endParaRPr lang="en-US">
              <a:solidFill>
                <a:srgbClr val="FFFFFF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30099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30099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Before</a:t>
            </a:r>
            <a:endParaRPr lang="en-US">
              <a:solidFill>
                <a:srgbClr val="000080"/>
              </a:solidFill>
            </a:endParaRPr>
          </a:p>
        </p:txBody>
      </p:sp>
      <p:pic>
        <p:nvPicPr>
          <p:cNvPr id="8" name="Picture 8"/>
          <p:cNvPicPr/>
          <p:nvPr/>
        </p:nvPicPr>
        <p:blipFill>
          <a:blip xmlns:r="http://schemas.openxmlformats.org/officeDocument/2006/relationships" xmlns:a="http://schemas.openxmlformats.org/drawingml/2006/main" r:embed="rId99"/>
          <a:stretch xmlns:a="http://schemas.openxmlformats.org/drawingml/2006/main"/>
        </p:blipFill>
        <p:spPr>
          <a:xfrm xmlns:a="http://schemas.openxmlformats.org/drawingml/2006/main">
            <a:off x="317500" y="2171700"/>
            <a:ext cx="2882900" cy="38989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9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454400" y="1143000"/>
            <a:ext cx="52705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454400" y="1143000"/>
            <a:ext cx="52705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Execution Log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1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517900" y="1714500"/>
            <a:ext cx="5143500" cy="482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>[1] create-pptx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PowerPoint created → D:\GitWare\Apps\TestDummy\Maui.UITests\report_20260827_092723.pptx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[2] checkpage AppShell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page is 'AppShell', matches 'AppShell'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[3] screenshot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screenshot → C:\Users\Michael\AppData\Local\Temp\tmpzdlzqz.png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[4] tap CounterBtn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ok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[5] screenshot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  ✓ screenshot → C:\Users\Michael\AppData\Local\Temp\tmpftoziw.png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[6] add-report-page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12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915400" y="1143000"/>
            <a:ext cx="30099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3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915400" y="1143000"/>
            <a:ext cx="30099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After</a:t>
            </a:r>
            <a:endParaRPr lang="en-US">
              <a:solidFill>
                <a:srgbClr val="000080"/>
              </a:solidFill>
            </a:endParaRPr>
          </a:p>
        </p:txBody>
      </p:sp>
      <p:pic>
        <p:nvPicPr>
          <p:cNvPr id="14" name="Picture 14"/>
          <p:cNvPicPr/>
          <p:nvPr/>
        </p:nvPicPr>
        <p:blipFill>
          <a:blip xmlns:r="http://schemas.openxmlformats.org/officeDocument/2006/relationships" xmlns:a="http://schemas.openxmlformats.org/drawingml/2006/main" r:embed="rId100"/>
          <a:stretch xmlns:a="http://schemas.openxmlformats.org/drawingml/2006/main"/>
        </p:blipFill>
        <p:spPr>
          <a:xfrm xmlns:a="http://schemas.openxmlformats.org/drawingml/2006/main">
            <a:off x="8978900" y="2171700"/>
            <a:ext cx="2882900" cy="3898900"/>
          </a:xfrm>
          <a:prstGeom xmlns:a="http://schemas.openxmlformats.org/drawingml/2006/main" prst="rect"/>
        </p:spPr>
      </p:pic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3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 lang="en-US"/>
              <a:t>Click to edit Master subtitle style</a:t>
            </a:r>
          </a:p>
        </p:txBody>
      </p:sp>
      <p:pic>
        <p:nvPicPr>
          <p:cNvPr id="4" name="Picture 4"/>
          <p:cNvPicPr/>
          <p:nvPr/>
        </p:nvPicPr>
        <p:blipFill>
          <a:blip xmlns:r="http://schemas.openxmlformats.org/officeDocument/2006/relationships" xmlns:a="http://schemas.openxmlformats.org/drawingml/2006/main" r:embed="R1ae95ce7b164457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  <p:sp xmlns:a="http://schemas.openxmlformats.org/drawingml/2006/main" xmlns:p="http://schemas.openxmlformats.org/presentationml/2006/main">
        <p:nvSpPr>
          <p:cNvPr id="5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254000"/>
            <a:ext cx="11684000" cy="762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Summary</a:t>
            </a:r>
            <a:endParaRPr lang="en-US">
              <a:solidFill>
                <a:srgbClr val="FFFFFF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6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11684000" cy="546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254000" y="1143000"/>
            <a:ext cx="11684000" cy="50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80"/>
                </a:solidFill>
              </a:rPr>
              <a:t>Summary</a:t>
            </a:r>
            <a:endParaRPr lang="en-US">
              <a:solidFill>
                <a:srgbClr val="000080"/>
              </a:solidFill>
            </a:endParaRPr>
          </a:p>
        </p:txBody>
      </p:sp>
      <p:sp xmlns:a="http://schemas.openxmlformats.org/drawingml/2006/main" xmlns:p="http://schemas.openxmlformats.org/presentationml/2006/main">
        <p:nvSpPr>
          <p:cNvPr id="8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17500" y="1714500"/>
            <a:ext cx="11557000" cy="482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>Total steps: 7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Succeeded: 6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Failed: 0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Duration: 00:00:02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Checked pages: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  - AppShell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/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Widescreen</ap:PresentationFormat>
  <ap:Paragraphs>0</ap:Paragraphs>
  <ap:Slides>0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ap:HeadingPairs>
  <ap:TitlesOfParts>
    <vt:vector baseType="lpstr" size="4">
      <vt:lpstr>Arial</vt:lpstr>
      <vt:lpstr>Calibri</vt:lpstr>
      <vt:lpstr>Calibri Light</vt:lpstr>
      <vt:lpstr>Office Theme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/>
  <lastModifiedBy>Adam Shakhabov</lastModifiedBy>
  <revision>2</revision>
  <dcterms:created xsi:type="dcterms:W3CDTF">2023-07-09T20:28:40.0000000Z</dcterms:created>
  <dcterms:modified xsi:type="dcterms:W3CDTF">2026-08-27T07:27:25.5380703Z</dcterms:modified>
</coreProperties>
</file>