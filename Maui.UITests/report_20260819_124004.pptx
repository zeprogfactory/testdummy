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s Placeholder 2"/>
          <p:cNvSpPr>
            <a:spLocks xmlns:a="http://schemas.openxmlformats.org/drawingml/2006/main" noGrp="1"/>
          </p:cNvSpPr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r>
              <a:rPr/>
              <a:t># Maui Home</a:t>
            </a:r>
            <a:endParaRPr/>
          </a:p>
          <a:p xmlns:a="http://schemas.openxmlformats.org/drawingml/2006/main">
            <a:pPr/>
            <a:r>
              <a:rPr/>
              <a:t>create-pptx</a:t>
            </a:r>
            <a:endParaRPr/>
          </a:p>
          <a:p xmlns:a="http://schemas.openxmlformats.org/drawingml/2006/main">
            <a:pPr/>
            <a:r>
              <a:rPr/>
              <a:t>screenshot</a:t>
            </a:r>
            <a:endParaRPr/>
          </a:p>
          <a:p xmlns:a="http://schemas.openxmlformats.org/drawingml/2006/main">
            <a:pPr/>
            <a:r>
              <a:rPr/>
              <a:t>tap CounterBtn</a:t>
            </a:r>
            <a:endParaRPr/>
          </a:p>
          <a:p xmlns:a="http://schemas.openxmlformats.org/drawingml/2006/main">
            <a:pPr/>
            <a:r>
              <a:rPr/>
              <a:t>screenshot </a:t>
            </a:r>
            <a:endParaRPr/>
          </a:p>
          <a:p xmlns:a="http://schemas.openxmlformats.org/drawingml/2006/main">
            <a:pPr/>
            <a:r>
              <a:rPr/>
              <a:t>add-report-page</a:t>
            </a:r>
            <a:endParaRPr/>
          </a:p>
          <a:p xmlns:a="http://schemas.openxmlformats.org/drawingml/2006/main">
            <a:pPr/>
            <a:r>
              <a:rPr/>
              <a:t/>
            </a:r>
            <a:endParaRPr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58e66f1c51f14f90" /><Relationship Type="http://schemas.openxmlformats.org/officeDocument/2006/relationships/image" Target="/ppt/media/image2.png" Id="rId59" /><Relationship Type="http://schemas.openxmlformats.org/officeDocument/2006/relationships/image" Target="/ppt/media/image3.png" Id="rId60" /><Relationship Type="http://schemas.openxmlformats.org/officeDocument/2006/relationships/notesSlide" Target="/ppt/notesSlides/notesSlide1.xml" Id="rId61" /></Relationships>
</file>

<file path=ppt/slides/slide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3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413000" y="1397000"/>
            <a:ext cx="7366000" cy="4064000"/>
          </a:xfrm>
          <a:prstGeom prst="roundRect">
            <a:avLst/>
          </a:prstGeom>
          <a:solidFill>
            <a:srgbClr val="D6E8F5"/>
          </a:solidFill>
          <a:ln w="2540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190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0080"/>
                </a:solidFill>
              </a:rPr>
              <a:t>Test Report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2540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000080"/>
                </a:solidFill>
              </a:rPr>
              <a:t>Maui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317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0080"/>
                </a:solidFill>
              </a:rPr>
              <a:t>net10.0-windows10.0.19041.0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3810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80"/>
                </a:solidFill>
              </a:rPr>
              <a:t>V 0.1.0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444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80"/>
                </a:solidFill>
              </a:rPr>
              <a:t>19.08.2026  12:40:05</a:t>
            </a:r>
            <a:endParaRPr lang="en-US">
              <a:solidFill>
                <a:srgbClr val="0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pic>
        <p:nvPicPr>
          <p:cNvPr id="4" name="Picture 4"/>
          <p:cNvPicPr/>
          <p:nvPr/>
        </p:nvPicPr>
        <p:blipFill>
          <a:blip xmlns:r="http://schemas.openxmlformats.org/officeDocument/2006/relationships" xmlns:a="http://schemas.openxmlformats.org/drawingml/2006/main" r:embed="R58e66f1c51f14f9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254000"/>
            <a:ext cx="11684000" cy="76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Test Report</a:t>
            </a:r>
            <a:endParaRPr lang="en-US">
              <a:solidFill>
                <a:srgbClr val="FFFFFF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37592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37592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Before</a:t>
            </a:r>
            <a:endParaRPr lang="en-US">
              <a:solidFill>
                <a:srgbClr val="000080"/>
              </a:solidFill>
            </a:endParaRPr>
          </a:p>
        </p:txBody>
      </p:sp>
      <p:pic>
        <p:nvPicPr>
          <p:cNvPr id="8" name="Picture 8"/>
          <p:cNvPicPr/>
          <p:nvPr/>
        </p:nvPicPr>
        <p:blipFill>
          <a:blip xmlns:r="http://schemas.openxmlformats.org/officeDocument/2006/relationships" xmlns:a="http://schemas.openxmlformats.org/drawingml/2006/main" r:embed="rId59"/>
          <a:stretch xmlns:a="http://schemas.openxmlformats.org/drawingml/2006/main"/>
        </p:blipFill>
        <p:spPr>
          <a:xfrm xmlns:a="http://schemas.openxmlformats.org/drawingml/2006/main">
            <a:off x="317500" y="1714500"/>
            <a:ext cx="3632200" cy="4826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203700" y="1143000"/>
            <a:ext cx="37592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203700" y="1143000"/>
            <a:ext cx="37592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Execution Log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1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267200" y="1714500"/>
            <a:ext cx="3632200" cy="482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>[1] create-pptx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>    ✓ PowerPoint created → D:\GitWare\Apps\UITestForge\Maui.Tests\report_20260819_124004.pptx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>[2] screenshot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>    ✓ screenshot → C:\Users\Michael\AppData\Local\Temp\tmpoi05li.png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>[3] tap CounterBtn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>    ✓ ok — {"success":true,"action":"Tapped","elementId":"CounterBtn"}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>[4] screenshot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>    ✓ screenshot → C:\Users\Michael\AppData\Local\Temp\tmpl4v03e.png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>[5] add-report-page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</a:rPr>
              <a:t/>
            </a:r>
            <a:endParaRPr lang="en-US">
              <a:solidFill>
                <a:srgbClr val="00000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1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153400" y="1143000"/>
            <a:ext cx="37592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153400" y="1143000"/>
            <a:ext cx="37592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After</a:t>
            </a:r>
            <a:endParaRPr lang="en-US">
              <a:solidFill>
                <a:srgbClr val="000080"/>
              </a:solidFill>
            </a:endParaRPr>
          </a:p>
        </p:txBody>
      </p:sp>
      <p:pic>
        <p:nvPicPr>
          <p:cNvPr id="14" name="Picture 14"/>
          <p:cNvPicPr/>
          <p:nvPr/>
        </p:nvPicPr>
        <p:blipFill>
          <a:blip xmlns:r="http://schemas.openxmlformats.org/officeDocument/2006/relationships" xmlns:a="http://schemas.openxmlformats.org/drawingml/2006/main" r:embed="rId60"/>
          <a:stretch xmlns:a="http://schemas.openxmlformats.org/drawingml/2006/main"/>
        </p:blipFill>
        <p:spPr>
          <a:xfrm xmlns:a="http://schemas.openxmlformats.org/drawingml/2006/main">
            <a:off x="8216900" y="1714500"/>
            <a:ext cx="3632200" cy="4826000"/>
          </a:xfrm>
          <a:prstGeom xmlns:a="http://schemas.openxmlformats.org/drawingml/2006/main" prst="rect"/>
        </p:spPr>
      </p:pic>
    </p:spTree>
    <p:extLst>
      <p:ext uri="{BB962C8B-B14F-4D97-AF65-F5344CB8AC3E}">
        <p14:creationId xmlns:p14="http://schemas.microsoft.com/office/powerpoint/2010/main" val="945381384"/>
      </p:ext>
    </p:extLst>
  </p:cSld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Widescreen</ap:PresentationFormat>
  <ap:Paragraphs>0</ap:Paragraphs>
  <ap:Slides>0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ap:HeadingPairs>
  <ap:TitlesOfParts>
    <vt:vector baseType="lpstr" size="4">
      <vt:lpstr>Arial</vt:lpstr>
      <vt:lpstr>Calibri</vt:lpstr>
      <vt:lpstr>Calibri Light</vt:lpstr>
      <vt:lpstr>Office Theme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2026-08-19T10:40:14.4373910Z</dcterms:modified>
</coreProperties>
</file>