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 2"/>
          <p:cNvSpPr>
            <a:spLocks xmlns:a="http://schemas.openxmlformats.org/drawingml/2006/main" noGrp="1"/>
          </p:cNvSpPr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/>
              <a:t># Maui Home</a:t>
            </a:r>
            <a:endParaRPr/>
          </a:p>
          <a:p xmlns:a="http://schemas.openxmlformats.org/drawingml/2006/main">
            <a:pPr/>
            <a:r>
              <a:rPr/>
              <a:t>create-pptx</a:t>
            </a:r>
            <a:endParaRPr/>
          </a:p>
          <a:p xmlns:a="http://schemas.openxmlformats.org/drawingml/2006/main">
            <a:pPr/>
            <a:r>
              <a:rPr/>
              <a:t>checkpage AppShell</a:t>
            </a:r>
            <a:endParaRPr/>
          </a:p>
          <a:p xmlns:a="http://schemas.openxmlformats.org/drawingml/2006/main">
            <a:pPr/>
            <a:r>
              <a:rPr/>
              <a:t>screenshot</a:t>
            </a:r>
            <a:endParaRPr/>
          </a:p>
          <a:p xmlns:a="http://schemas.openxmlformats.org/drawingml/2006/main">
            <a:pPr/>
            <a:r>
              <a:rPr/>
              <a:t>tap CounterBtn</a:t>
            </a:r>
            <a:endParaRPr/>
          </a:p>
          <a:p xmlns:a="http://schemas.openxmlformats.org/drawingml/2006/main">
            <a:pPr/>
            <a:r>
              <a:rPr/>
              <a:t>screenshot </a:t>
            </a:r>
            <a:endParaRPr/>
          </a:p>
          <a:p xmlns:a="http://schemas.openxmlformats.org/drawingml/2006/main">
            <a:pPr/>
            <a:r>
              <a:rPr/>
              <a:t>add-report-page</a:t>
            </a:r>
            <a:endParaRPr/>
          </a:p>
          <a:p xmlns:a="http://schemas.openxmlformats.org/drawingml/2006/main">
            <a:pPr/>
            <a:r>
              <a:rPr/>
              <a:t>addsummary "Summary"</a:t>
            </a:r>
            <a:endParaRPr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Relationship Type="http://schemas.openxmlformats.org/officeDocument/2006/relationships/image" Target="/ppt/media/image.png" Id="Rb23dc60e601f476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p:blipFill>
          <a:blip r:embed="Rb23dc60e601f4762"/>
          <a:stretch>
            <a:fillRect/>
          </a:stretch>
        </p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2.png" Id="rId2" /><Relationship Type="http://schemas.openxmlformats.org/officeDocument/2006/relationships/image" Target="/ppt/media/image3.png" Id="rId3" /><Relationship Type="http://schemas.openxmlformats.org/officeDocument/2006/relationships/notesSlide" Target="/ppt/notesSlides/notesSlide1.xml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413000" y="1397000"/>
            <a:ext cx="7366000" cy="4064000"/>
          </a:xfrm>
          <a:prstGeom prst="roundRect">
            <a:avLst/>
          </a:prstGeom>
          <a:solidFill>
            <a:srgbClr val="D6E8F5"/>
          </a:solidFill>
          <a:ln w="254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190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Test Report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254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000080"/>
                </a:solidFill>
              </a:rPr>
              <a:t>TestDummy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17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net10.0-windows10.0.19041.0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81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80"/>
                </a:solidFill>
              </a:rPr>
              <a:t>V 0.1.0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444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80"/>
                </a:solidFill>
              </a:rPr>
              <a:t>15.10.2026  10:36:51</a:t>
            </a:r>
            <a:endParaRPr lang="en-US">
              <a:solidFill>
                <a:srgbClr val="0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Test Report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0099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0099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Before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7" name="Picture 7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317500" y="1765300"/>
            <a:ext cx="2882900" cy="47117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54400" y="1143000"/>
            <a:ext cx="52705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54400" y="1143000"/>
            <a:ext cx="52705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Execution Log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517900" y="1714500"/>
            <a:ext cx="51435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[1] create-pptx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PowerPoint created → D:\GitWare\Apps\TestDummy\Maui.UITests\report_20261015_103650.pptx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[2] checkpage AppShell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page is 'AppShell', matches 'AppShell'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[3]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screenshot → C:\Users\zepro\AppData\Local\Temp\tmp04kozn.png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[4] tap CounterBtn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ok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[5]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screenshot → C:\Users\zepro\AppData\Local\Temp\tmp3wbit3.png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[6] add-report-page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15400" y="1143000"/>
            <a:ext cx="30099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15400" y="1143000"/>
            <a:ext cx="30099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After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13" name="Picture 13"/>
          <p:cNvPicPr/>
          <p:nvPr/>
        </p:nvPicPr>
        <p:blipFill>
          <a:blip xmlns:r="http://schemas.openxmlformats.org/officeDocument/2006/relationships" xmlns:a="http://schemas.openxmlformats.org/drawingml/2006/main" r:embed="rId3"/>
          <a:stretch xmlns:a="http://schemas.openxmlformats.org/drawingml/2006/main"/>
        </p:blipFill>
        <p:spPr>
          <a:xfrm xmlns:a="http://schemas.openxmlformats.org/drawingml/2006/main">
            <a:off x="8978900" y="1765300"/>
            <a:ext cx="2882900" cy="47117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3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Summary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116840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116840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Summary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17500" y="1714500"/>
            <a:ext cx="115570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Context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OSVersion: Microsoft Windows NT 10.0.26300.0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RuntimeVersion: 10.0.12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ProcessorArchitecture: x64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MachineName: ME-M1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UserName: zepro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ISOLanguageName: EN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NumberFormat: ,[.]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Script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Total steps: 7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Succeeded: 6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Failed: 0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Duration: 00:00:01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Checked pages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AppShell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2026-10-15T08:36:52.8904944Z</dcterms:modified>
</coreProperties>
</file>